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y Kipchumba" userId="af2d9b13-fb73-46c9-a843-2d9740c29e14" providerId="ADAL" clId="{CC6A39C0-DD4E-430B-97A4-8549A98D7FC9}"/>
    <pc:docChg chg="custSel addSld delSld modSld">
      <pc:chgData name="Timothy Kipchumba" userId="af2d9b13-fb73-46c9-a843-2d9740c29e14" providerId="ADAL" clId="{CC6A39C0-DD4E-430B-97A4-8549A98D7FC9}" dt="2026-07-30T12:52:16.947" v="1048" actId="20577"/>
      <pc:docMkLst>
        <pc:docMk/>
      </pc:docMkLst>
      <pc:sldChg chg="modSp mod">
        <pc:chgData name="Timothy Kipchumba" userId="af2d9b13-fb73-46c9-a843-2d9740c29e14" providerId="ADAL" clId="{CC6A39C0-DD4E-430B-97A4-8549A98D7FC9}" dt="2026-07-30T12:47:25.697" v="805" actId="20577"/>
        <pc:sldMkLst>
          <pc:docMk/>
          <pc:sldMk cId="1733996941" sldId="256"/>
        </pc:sldMkLst>
        <pc:spChg chg="mod">
          <ac:chgData name="Timothy Kipchumba" userId="af2d9b13-fb73-46c9-a843-2d9740c29e14" providerId="ADAL" clId="{CC6A39C0-DD4E-430B-97A4-8549A98D7FC9}" dt="2026-07-30T12:47:25.697" v="805" actId="20577"/>
          <ac:spMkLst>
            <pc:docMk/>
            <pc:sldMk cId="1733996941" sldId="256"/>
            <ac:spMk id="2" creationId="{D31178E0-01C8-56B9-CEB6-A95CCC2831FB}"/>
          </ac:spMkLst>
        </pc:spChg>
      </pc:sldChg>
      <pc:sldChg chg="modSp mod">
        <pc:chgData name="Timothy Kipchumba" userId="af2d9b13-fb73-46c9-a843-2d9740c29e14" providerId="ADAL" clId="{CC6A39C0-DD4E-430B-97A4-8549A98D7FC9}" dt="2026-07-30T12:52:16.947" v="1048" actId="20577"/>
        <pc:sldMkLst>
          <pc:docMk/>
          <pc:sldMk cId="2874875884" sldId="257"/>
        </pc:sldMkLst>
        <pc:spChg chg="mod">
          <ac:chgData name="Timothy Kipchumba" userId="af2d9b13-fb73-46c9-a843-2d9740c29e14" providerId="ADAL" clId="{CC6A39C0-DD4E-430B-97A4-8549A98D7FC9}" dt="2026-07-30T12:47:35.516" v="845" actId="20577"/>
          <ac:spMkLst>
            <pc:docMk/>
            <pc:sldMk cId="2874875884" sldId="257"/>
            <ac:spMk id="2" creationId="{A8341622-122D-156E-EFEF-4DA002A5EECF}"/>
          </ac:spMkLst>
        </pc:spChg>
        <pc:spChg chg="mod">
          <ac:chgData name="Timothy Kipchumba" userId="af2d9b13-fb73-46c9-a843-2d9740c29e14" providerId="ADAL" clId="{CC6A39C0-DD4E-430B-97A4-8549A98D7FC9}" dt="2026-07-30T12:52:16.947" v="1048" actId="20577"/>
          <ac:spMkLst>
            <pc:docMk/>
            <pc:sldMk cId="2874875884" sldId="257"/>
            <ac:spMk id="3" creationId="{36C27589-02A9-C02E-1148-2434F819EC99}"/>
          </ac:spMkLst>
        </pc:spChg>
      </pc:sldChg>
      <pc:sldChg chg="modSp del mod">
        <pc:chgData name="Timothy Kipchumba" userId="af2d9b13-fb73-46c9-a843-2d9740c29e14" providerId="ADAL" clId="{CC6A39C0-DD4E-430B-97A4-8549A98D7FC9}" dt="2026-07-30T12:48:45.015" v="973" actId="2696"/>
        <pc:sldMkLst>
          <pc:docMk/>
          <pc:sldMk cId="131100702" sldId="258"/>
        </pc:sldMkLst>
        <pc:spChg chg="mod">
          <ac:chgData name="Timothy Kipchumba" userId="af2d9b13-fb73-46c9-a843-2d9740c29e14" providerId="ADAL" clId="{CC6A39C0-DD4E-430B-97A4-8549A98D7FC9}" dt="2026-07-30T12:48:35.624" v="969" actId="21"/>
          <ac:spMkLst>
            <pc:docMk/>
            <pc:sldMk cId="131100702" sldId="258"/>
            <ac:spMk id="3" creationId="{10F1ED8D-EE66-3EA1-487C-B85894B33397}"/>
          </ac:spMkLst>
        </pc:spChg>
      </pc:sldChg>
      <pc:sldChg chg="modSp new del mod">
        <pc:chgData name="Timothy Kipchumba" userId="af2d9b13-fb73-46c9-a843-2d9740c29e14" providerId="ADAL" clId="{CC6A39C0-DD4E-430B-97A4-8549A98D7FC9}" dt="2026-07-30T12:47:50.970" v="846" actId="2696"/>
        <pc:sldMkLst>
          <pc:docMk/>
          <pc:sldMk cId="726997710" sldId="259"/>
        </pc:sldMkLst>
        <pc:spChg chg="mod">
          <ac:chgData name="Timothy Kipchumba" userId="af2d9b13-fb73-46c9-a843-2d9740c29e14" providerId="ADAL" clId="{CC6A39C0-DD4E-430B-97A4-8549A98D7FC9}" dt="2026-07-30T11:53:23.984" v="798" actId="255"/>
          <ac:spMkLst>
            <pc:docMk/>
            <pc:sldMk cId="726997710" sldId="259"/>
            <ac:spMk id="3" creationId="{FD893936-32E2-E10E-0E39-AE9301001DE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A42A0-256A-DAE3-2BBE-3D34539FB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EB159-CFD4-1FCB-6906-75B79A57E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31498-B9BA-2450-1487-DA247661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1121-2311-F1EE-6CA3-571D6C7EF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30858-9092-1435-33D9-EE0D7846A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D976-65A3-4B74-DA73-7EC3F444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22FA0-A643-FCC6-D071-A25DF627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9DAB-01F9-CC82-21D8-58C089F9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3337-7584-1931-FA2E-8F91DB85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B10E-BBB9-AE8B-F107-FBACBD69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82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F102-EAD7-E124-EB9A-6794FD0A1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EE5DC-57B5-364B-9DF5-728828830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AF05-7AC1-6BBB-A3C0-752F02F4C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3945A-6DDE-C410-ED4D-CA56D02E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77CCC-A78A-C5EC-CBEF-0DD84D45F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78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578C-CF8B-DA29-A1BC-129FD2AA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6ECC-887D-8BD5-E721-1BA6AEBDE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87E47F-8566-443A-2E1F-913B7874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A31F4-173E-1765-838A-25021BB4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9E95B-8CB9-14DD-3F10-86EC50111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E11A3-2BD2-624C-3F70-D3D90407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08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AEE8-EA10-00B0-A1A1-487124FE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34CF2-2031-B928-6D69-666E1A87F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4A318-C4B6-DB81-9011-73F2D3E5B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A3C14-06C3-83B4-4739-EBB9204E5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CFDE05-2C20-AB30-D3CA-457E4A95D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10357-EFAF-46C0-74B6-6985B099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ADF35-3B4F-EFEE-E260-6DF57C70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2EC08-877A-2E91-2096-5B48359F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6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4D7D-B6C8-BEBE-644A-45ECBDB4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EBFB6F-EC0A-1A2F-F171-64CCCEBA5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7F7D5-B96D-1EAC-C969-ADE91D57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FC588-C873-5E0D-A675-B50EB934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04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89BA9-7E25-E3E7-6AD3-7D13C5DA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EFBED-9821-4E66-0253-B7C7F10A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6760A-6610-3312-B353-8FA671A30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65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16D29-33E2-A549-6FAE-C04AEE54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09E2-425D-95E5-7056-BA9000362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4A335-A055-6CF4-B250-34D4AE6CA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46935-725E-EB77-35E6-11DF00E6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C862E-CC78-634E-7DFB-3DEB7673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92946-3A57-AFC7-78C8-ABA5FA64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7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2E24-C102-F6F1-3C5A-E367C0F4B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124F44-245D-4DF6-67B4-9587E937B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73403-AA09-7223-2239-23E3FAF50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B63B8-DB08-4C7D-5341-C1323D8A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6B75-DB22-0326-474A-EB4DE0F8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87800-69D2-9DAF-9EE2-0E9D54E0F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4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4254-0192-0915-72C1-48134C5C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2CAE7-9B12-AAD2-C792-FB9735218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2DA5-F851-D809-2BEA-287FFE243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77B50-EE7D-0F79-F86E-D67DD1C48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DB7E9-BDE4-AF05-2F5F-5A304B111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9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F6FF7-BA6E-1057-1B1F-5C85B6E42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613DC-17ED-A251-B520-71BF0B412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740A3-05AE-1983-772F-C8444C9C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273FF-3033-D2FB-DCA0-E23079FD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311A1-CA6B-1327-2824-A273ED47E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06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02740-1F09-0E18-D46B-8FBFA6F3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4B271-D771-F7B0-D093-DD93D51C9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35F01-BD67-7B55-87F4-049519D36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27F53B-5E02-4E6E-8CC2-C10F97316A47}" type="datetimeFigureOut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CAE5C-5B07-B192-B1FA-1CA3320CC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4569-9037-4A71-5766-87E2FB265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C98AB-4C6F-4908-A6FD-B31082007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89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178E0-01C8-56B9-CEB6-A95CCC283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4F596-1877-4DB4-7F2A-E6EB31708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3</a:t>
            </a:r>
          </a:p>
        </p:txBody>
      </p:sp>
    </p:spTree>
    <p:extLst>
      <p:ext uri="{BB962C8B-B14F-4D97-AF65-F5344CB8AC3E}">
        <p14:creationId xmlns:p14="http://schemas.microsoft.com/office/powerpoint/2010/main" val="173399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1622-122D-156E-EFEF-4DA002A5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27589-02A9-C02E-1148-2434F819E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56 184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74 586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TN=True negative=56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has correctly predicted 56 cases as class 0.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FP=False positive=184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incorrectly predicted 184 class as class1 cases.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FN=False negative=74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incorrectly predicted 74 class 1 as class 0 cases.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TP=True positive =486</a:t>
            </a:r>
          </a:p>
          <a:p>
            <a:r>
              <a:rPr lang="en-US" dirty="0"/>
              <a:t>The model correctly </a:t>
            </a:r>
            <a:r>
              <a:rPr lang="en-US"/>
              <a:t>predicted 486 </a:t>
            </a:r>
            <a:r>
              <a:rPr lang="en-US" dirty="0"/>
              <a:t>cases as class1.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87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76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Logistic linear regression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Kipchumba</dc:creator>
  <cp:lastModifiedBy>Timothy Kipchumba</cp:lastModifiedBy>
  <cp:revision>1</cp:revision>
  <dcterms:created xsi:type="dcterms:W3CDTF">2026-07-28T09:04:14Z</dcterms:created>
  <dcterms:modified xsi:type="dcterms:W3CDTF">2026-07-30T12:53:48Z</dcterms:modified>
</cp:coreProperties>
</file>